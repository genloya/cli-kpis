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78"/>
  </p:normalViewPr>
  <p:slideViewPr>
    <p:cSldViewPr snapToGrid="0">
      <p:cViewPr varScale="1">
        <p:scale>
          <a:sx n="106" d="100"/>
          <a:sy n="106" d="100"/>
        </p:scale>
        <p:origin x="9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7862-4CB7-1CDC-A139-FC352EA99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AE5A1-4D6D-3548-7CF5-71260BCC4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D9B89-0640-B8D9-D8F9-FCC56EA0D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1B9D9-8D21-19DB-2AA9-B12016DD4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AC994-4C19-7857-CD17-20C935577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813857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A0AE-D9EA-80F5-DE09-AC9C6349D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4330-A331-4FE1-5B1A-1C5EFDD6D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214F9-DB2D-9619-4081-CFA9E29FF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40323-9912-C475-7946-A2A7FDB2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553FD-2C77-3F8A-25CC-4F303D44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38005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58A2-C346-BDF4-00B2-D36A081F4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BBD1B-85EF-FEF2-5DDC-268F76480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C7AB-8558-F253-D5AA-7EDD4E56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331DB-19F4-72A1-6956-FACDAD0F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15F30-87B5-8064-C1B4-084F0A65A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09608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FA3F0-BCEB-0F00-7498-2282C8C5B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DE3C5-CF9B-6628-9297-E8B78F2FF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E32D6-522E-E02B-B63F-5B96B27EC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5E3F6-C0F8-E10F-31B5-35EC389DE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74007-0C23-C8D1-C0FF-44CE9D75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D674A-0462-3BCA-197F-5BEDF0D5D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194542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FE86-DF54-6339-3129-CA7B86192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916BE-86BA-E8BC-50F9-93C9F6D3B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ACB36-A2CA-8A82-EA6D-7C2947602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E6FF6-B0BA-46AE-BAB1-72F61D69D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BC2A8-6E26-BD55-E85A-D2B79B8D5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5BB4CC-3AF7-C616-41AE-2A23B0B0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CDF9B5-FFC4-7F40-E886-62F81ACD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0D40B7-F570-C797-9B60-B5506011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0028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19F2D-294E-6455-2C76-45C7CA97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4665E0-E325-7344-369F-C70465236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F23631-D5C8-E839-C2A1-66230819E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FC0EE-CA35-D1FE-61FA-E2A3B4844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5082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C1D282-7D4E-4EF3-A2F8-56ABD8DB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9D4173-2580-AC14-4849-CA1E7C8F7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B0DFF-5B4A-9C0D-A8D9-1B6378ECD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838609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6077-C4C6-7643-3808-91D625DDF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20215-1CFE-E513-FA6C-5A4AE29D6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BE220-6D7A-5591-FF56-18A39DC38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3B557-396D-5FE0-C780-020153A82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BAEAD-ABB9-50B6-9329-2F5B74E2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512AD-0908-E6D4-BF99-657E6B6E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77848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E15D-80B2-28DF-B870-513A24938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A624C9-3DE0-EDE2-3AF4-A813514CC5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76026-E628-BB05-53D0-872D6583A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AE3BD-8B28-6CD5-A5E4-111249903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2B6CF-330D-45AE-B44E-0BC122A41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890A0-7067-B5C2-65A6-1F88BFDD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27022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8C56-6D43-941B-CA05-815359A2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75B0F-2CFF-2695-89BD-18EF50130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9841B-0255-0315-5B7C-D81C263E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89C3B-00F6-FBB6-0237-8F08F0F4C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8A6A9-822E-D956-EF91-9535C9EF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300010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40B625-DB74-259B-4537-E9D7A9855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B4A3A-3420-A8CA-6DB7-8EECF611B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50C82-D7BF-17AB-A326-32C6715C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19D9F-2DFD-EADC-A3B0-97BFDC0D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B7208-E5B9-1F28-3DBE-F6DD1331B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802585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F8F26-F258-673B-E870-9F97D8771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F234A-5923-377A-A5D4-632752A52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1B7E-FBCC-4ABA-AE15-960D7C7522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23ABA-77F9-9F74-D07E-17D4771A5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A2B53-5122-C47B-13B4-764AE5428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821933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B880DA-1C2F-397C-9D69-D81BD5CAD01D}"/>
              </a:ext>
            </a:extLst>
          </p:cNvPr>
          <p:cNvSpPr txBox="1"/>
          <p:nvPr/>
        </p:nvSpPr>
        <p:spPr>
          <a:xfrm>
            <a:off x="635000" y="160867"/>
            <a:ext cx="3297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Weekly </a:t>
            </a:r>
            <a:r>
              <a:rPr lang="es-MX" dirty="0" err="1"/>
              <a:t>Development</a:t>
            </a:r>
            <a:r>
              <a:rPr lang="es-MX" dirty="0"/>
              <a:t> </a:t>
            </a:r>
            <a:r>
              <a:rPr lang="es-MX" dirty="0" err="1"/>
              <a:t>Summary</a:t>
            </a:r>
            <a:endParaRPr lang="en-MX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4FA6ED-0485-46CF-455F-0ECC50BA6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582709"/>
              </p:ext>
            </p:extLst>
          </p:nvPr>
        </p:nvGraphicFramePr>
        <p:xfrm>
          <a:off x="635000" y="530199"/>
          <a:ext cx="11099800" cy="4816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9900">
                  <a:extLst>
                    <a:ext uri="{9D8B030D-6E8A-4147-A177-3AD203B41FA5}">
                      <a16:colId xmlns:a16="http://schemas.microsoft.com/office/drawing/2014/main" val="2881850245"/>
                    </a:ext>
                  </a:extLst>
                </a:gridCol>
                <a:gridCol w="5549900">
                  <a:extLst>
                    <a:ext uri="{9D8B030D-6E8A-4147-A177-3AD203B41FA5}">
                      <a16:colId xmlns:a16="http://schemas.microsoft.com/office/drawing/2014/main" val="1159037480"/>
                    </a:ext>
                  </a:extLst>
                </a:gridCol>
              </a:tblGrid>
              <a:tr h="274134">
                <a:tc gridSpan="2">
                  <a:txBody>
                    <a:bodyPr/>
                    <a:lstStyle/>
                    <a:p>
                      <a:r>
                        <a:rPr lang="en-MX" sz="1400" dirty="0"/>
                        <a:t>KPIs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396734"/>
                  </a:ext>
                </a:extLst>
              </a:tr>
              <a:tr h="195098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MX" dirty="0"/>
                        <a:t>Last Week: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Migrated the Oracle database helper to use a connection pool for better performance and reliability.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Updated the order details modal in the Bono (bonus) application.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Implemented the PDF quote ticket generation modal for Parts Store, including collation fixes.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Added auto-selection of customer and ship-to from VIN, with default ship-to derived from the customer, in the Warranty Claim application.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Fixed technician display and ship-to data structure issues in Warranty Claim, plus lint/formatting cleanup.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MX" dirty="0"/>
                        <a:t>This Week:</a:t>
                      </a:r>
                      <a:endParaRPr lang="en-US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Will continue working on integration testing with IQMS for the warranty application.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Will make some adjustments to bonuses in the HR system, adding a new type of door/gate bonus.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8002"/>
                  </a:ext>
                </a:extLst>
              </a:tr>
              <a:tr h="1950989">
                <a:tc>
                  <a:txBody>
                    <a:bodyPr/>
                    <a:lstStyle/>
                    <a:p>
                      <a:r>
                        <a:rPr lang="en-MX" dirty="0"/>
                        <a:t>Roadblocks: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Was waiting on the test database for IQMS; now that it's available, testing can begin.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X" dirty="0"/>
                        <a:t>Key Objectives: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Complete the warranty claims integration testing in IQMS.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Finish implementing the new bonus type for HR.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086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265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161</Words>
  <Application>Microsoft Office PowerPoint</Application>
  <PresentationFormat>Panorámica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Alexis Hernandez</dc:creator>
  <cp:lastModifiedBy>Genaro Loya Dour</cp:lastModifiedBy>
  <cp:revision>4</cp:revision>
  <dcterms:created xsi:type="dcterms:W3CDTF">2026-09-10T20:42:30Z</dcterms:created>
  <dcterms:modified xsi:type="dcterms:W3CDTF">2026-09-10T22:05:19Z</dcterms:modified>
</cp:coreProperties>
</file>
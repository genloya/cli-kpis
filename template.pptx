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78"/>
  </p:normalViewPr>
  <p:slideViewPr>
    <p:cSldViewPr snapToGrid="0">
      <p:cViewPr varScale="1">
        <p:scale>
          <a:sx n="106" d="100"/>
          <a:sy n="106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7862-4CB7-1CDC-A139-FC352EA99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AE5A1-4D6D-3548-7CF5-71260BCC4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D9B89-0640-B8D9-D8F9-FCC56EA0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B9D9-8D21-19DB-2AA9-B12016DD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AC994-4C19-7857-CD17-20C93557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81385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A0AE-D9EA-80F5-DE09-AC9C6349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34330-A331-4FE1-5B1A-1C5EFDD6D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214F9-DB2D-9619-4081-CFA9E29F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40323-9912-C475-7946-A2A7FDB2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53FD-2C77-3F8A-25CC-4F303D44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8005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58A2-C346-BDF4-00B2-D36A081F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BBD1B-85EF-FEF2-5DDC-268F76480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C7AB-8558-F253-D5AA-7EDD4E56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331DB-19F4-72A1-6956-FACDAD0F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15F30-87B5-8064-C1B4-084F0A65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9608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A3F0-BCEB-0F00-7498-2282C8C5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DE3C5-CF9B-6628-9297-E8B78F2FF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E32D6-522E-E02B-B63F-5B96B27EC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E3F6-C0F8-E10F-31B5-35EC389DE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4007-0C23-C8D1-C0FF-44CE9D756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D674A-0462-3BCA-197F-5BEDF0D5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9454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FE86-DF54-6339-3129-CA7B8619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16BE-86BA-E8BC-50F9-93C9F6D3B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ACB36-A2CA-8A82-EA6D-7C2947602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E6FF6-B0BA-46AE-BAB1-72F61D69D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BC2A8-6E26-BD55-E85A-D2B79B8D5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BB4CC-3AF7-C616-41AE-2A23B0B0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DF9B5-FFC4-7F40-E886-62F81ACD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D40B7-F570-C797-9B60-B550601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028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9F2D-294E-6455-2C76-45C7CA97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665E0-E325-7344-369F-C7046523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23631-D5C8-E839-C2A1-66230819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FC0EE-CA35-D1FE-61FA-E2A3B4844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50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1D282-7D4E-4EF3-A2F8-56ABD8D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D4173-2580-AC14-4849-CA1E7C8F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B0DFF-5B4A-9C0D-A8D9-1B6378EC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3860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6077-C4C6-7643-3808-91D625DD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0215-1CFE-E513-FA6C-5A4AE29D6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BE220-6D7A-5591-FF56-18A39DC38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3B557-396D-5FE0-C780-020153A8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BAEAD-ABB9-50B6-9329-2F5B74E2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512AD-0908-E6D4-BF99-657E6B6E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7848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E15D-80B2-28DF-B870-513A2493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624C9-3DE0-EDE2-3AF4-A813514CC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76026-E628-BB05-53D0-872D6583A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AE3BD-8B28-6CD5-A5E4-11124990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2B6CF-330D-45AE-B44E-0BC122A4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890A0-7067-B5C2-65A6-1F88BFDD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7022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8C56-6D43-941B-CA05-815359A2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75B0F-2CFF-2695-89BD-18EF50130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9841B-0255-0315-5B7C-D81C263E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89C3B-00F6-FBB6-0237-8F08F0F4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8A6A9-822E-D956-EF91-9535C9EF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0001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0B625-DB74-259B-4537-E9D7A985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B4A3A-3420-A8CA-6DB7-8EECF611B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0C82-D7BF-17AB-A326-32C6715C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19D9F-2DFD-EADC-A3B0-97BFDC0D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B7208-E5B9-1F28-3DBE-F6DD1331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0258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F8F26-F258-673B-E870-9F97D877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F234A-5923-377A-A5D4-632752A52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1B7E-FBCC-4ABA-AE15-960D7C752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54F6-1AE2-6847-9A17-CF63800DE51F}" type="datetimeFigureOut">
              <a:rPr lang="en-MX" smtClean="0"/>
              <a:t>09/10/2026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23ABA-77F9-9F74-D07E-17D4771A5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A2B53-5122-C47B-13B4-764AE5428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6F5E3-6E5F-0644-87E3-8EEE951F6FB4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21933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880DA-1C2F-397C-9D69-D81BD5CAD01D}"/>
              </a:ext>
            </a:extLst>
          </p:cNvPr>
          <p:cNvSpPr txBox="1"/>
          <p:nvPr/>
        </p:nvSpPr>
        <p:spPr>
          <a:xfrm>
            <a:off x="635000" y="160867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Weekly </a:t>
            </a:r>
            <a:r>
              <a:rPr lang="es-MX" dirty="0" err="1"/>
              <a:t>Development</a:t>
            </a:r>
            <a:r>
              <a:rPr lang="es-MX" dirty="0"/>
              <a:t> </a:t>
            </a:r>
            <a:r>
              <a:rPr lang="es-MX" dirty="0" err="1"/>
              <a:t>Summary</a:t>
            </a:r>
            <a:endParaRPr lang="en-MX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4FA6ED-0485-46CF-455F-0ECC50BA6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82709"/>
              </p:ext>
            </p:extLst>
          </p:nvPr>
        </p:nvGraphicFramePr>
        <p:xfrm>
          <a:off x="635000" y="530199"/>
          <a:ext cx="11099800" cy="4816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9900">
                  <a:extLst>
                    <a:ext uri="{9D8B030D-6E8A-4147-A177-3AD203B41FA5}">
                      <a16:colId xmlns:a16="http://schemas.microsoft.com/office/drawing/2014/main" val="2881850245"/>
                    </a:ext>
                  </a:extLst>
                </a:gridCol>
                <a:gridCol w="5549900">
                  <a:extLst>
                    <a:ext uri="{9D8B030D-6E8A-4147-A177-3AD203B41FA5}">
                      <a16:colId xmlns:a16="http://schemas.microsoft.com/office/drawing/2014/main" val="1159037480"/>
                    </a:ext>
                  </a:extLst>
                </a:gridCol>
              </a:tblGrid>
              <a:tr h="274134">
                <a:tc gridSpan="2">
                  <a:txBody>
                    <a:bodyPr/>
                    <a:lstStyle/>
                    <a:p>
                      <a:r>
                        <a:rPr lang="en-MX" sz="1400" dirty="0"/>
                        <a:t>KPIs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96734"/>
                  </a:ext>
                </a:extLst>
              </a:tr>
              <a:tr h="195098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MX" dirty="0"/>
                        <a:t>Last Week: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 err="1"/>
                        <a:t>Implemented</a:t>
                      </a:r>
                      <a:r>
                        <a:rPr lang="es-MX" sz="1400" dirty="0"/>
                        <a:t> a </a:t>
                      </a:r>
                      <a:r>
                        <a:rPr lang="es-MX" sz="1400" dirty="0" err="1"/>
                        <a:t>feature</a:t>
                      </a:r>
                      <a:r>
                        <a:rPr lang="es-MX" sz="1400" dirty="0"/>
                        <a:t> in </a:t>
                      </a:r>
                      <a:r>
                        <a:rPr lang="es-MX" sz="1400" dirty="0" err="1"/>
                        <a:t>item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configuration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to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mark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items</a:t>
                      </a:r>
                      <a:r>
                        <a:rPr lang="es-MX" sz="1400" dirty="0"/>
                        <a:t> as </a:t>
                      </a:r>
                      <a:r>
                        <a:rPr lang="es-MX" sz="1400" dirty="0" err="1"/>
                        <a:t>featured</a:t>
                      </a:r>
                      <a:r>
                        <a:rPr lang="es-MX" sz="1400" dirty="0"/>
                        <a:t>, </a:t>
                      </a:r>
                      <a:r>
                        <a:rPr lang="es-MX" sz="1400" dirty="0" err="1"/>
                        <a:t>which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will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also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take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effect</a:t>
                      </a:r>
                      <a:r>
                        <a:rPr lang="es-MX" sz="1400" dirty="0"/>
                        <a:t> in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DealerTrack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Parts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application</a:t>
                      </a:r>
                      <a:r>
                        <a:rPr lang="es-MX" sz="1400" dirty="0"/>
                        <a:t>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 err="1"/>
                        <a:t>Finished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migrating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warranty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claims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application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database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from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legacy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database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to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new </a:t>
                      </a:r>
                      <a:r>
                        <a:rPr lang="es-MX" sz="1400" dirty="0" err="1"/>
                        <a:t>structure</a:t>
                      </a:r>
                      <a:r>
                        <a:rPr lang="es-MX" sz="1400" dirty="0"/>
                        <a:t>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 err="1"/>
                        <a:t>Completed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development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of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annual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objectives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report</a:t>
                      </a:r>
                      <a:r>
                        <a:rPr lang="es-MX" sz="1400" dirty="0"/>
                        <a:t>, </a:t>
                      </a:r>
                      <a:r>
                        <a:rPr lang="es-MX" sz="1400" dirty="0" err="1"/>
                        <a:t>which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will</a:t>
                      </a:r>
                      <a:r>
                        <a:rPr lang="es-MX" sz="1400" dirty="0"/>
                        <a:t> be </a:t>
                      </a:r>
                      <a:r>
                        <a:rPr lang="es-MX" sz="1400" dirty="0" err="1"/>
                        <a:t>viewed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from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customer</a:t>
                      </a:r>
                      <a:r>
                        <a:rPr lang="es-MX" sz="1400" dirty="0"/>
                        <a:t> status </a:t>
                      </a:r>
                      <a:r>
                        <a:rPr lang="es-MX" sz="1400" dirty="0" err="1"/>
                        <a:t>application</a:t>
                      </a:r>
                      <a:r>
                        <a:rPr lang="es-MX" sz="1400" dirty="0"/>
                        <a:t>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 err="1"/>
                        <a:t>Continued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working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new </a:t>
                      </a:r>
                      <a:r>
                        <a:rPr lang="es-MX" sz="1400" dirty="0" err="1"/>
                        <a:t>version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of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Parts</a:t>
                      </a:r>
                      <a:r>
                        <a:rPr lang="es-MX" sz="1400" dirty="0"/>
                        <a:t> Store;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customer</a:t>
                      </a:r>
                      <a:r>
                        <a:rPr lang="es-MX" sz="1400" dirty="0"/>
                        <a:t> data </a:t>
                      </a:r>
                      <a:r>
                        <a:rPr lang="es-MX" sz="1400" dirty="0" err="1"/>
                        <a:t>collection</a:t>
                      </a:r>
                      <a:r>
                        <a:rPr lang="es-MX" sz="1400" dirty="0"/>
                        <a:t> page </a:t>
                      </a:r>
                      <a:r>
                        <a:rPr lang="es-MX" sz="1400" dirty="0" err="1"/>
                        <a:t>is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now</a:t>
                      </a:r>
                      <a:r>
                        <a:rPr lang="es-MX" sz="1400" dirty="0"/>
                        <a:t> complete.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MX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X" dirty="0"/>
                        <a:t>This Week: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Will continue </a:t>
                      </a:r>
                      <a:r>
                        <a:rPr lang="es-MX" sz="1400" dirty="0" err="1"/>
                        <a:t>working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integration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testing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with</a:t>
                      </a:r>
                      <a:r>
                        <a:rPr lang="es-MX" sz="1400" dirty="0"/>
                        <a:t> IQMS </a:t>
                      </a:r>
                      <a:r>
                        <a:rPr lang="es-MX" sz="1400" dirty="0" err="1"/>
                        <a:t>for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warranty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application</a:t>
                      </a:r>
                      <a:r>
                        <a:rPr lang="es-MX" sz="1400" dirty="0"/>
                        <a:t>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Will </a:t>
                      </a:r>
                      <a:r>
                        <a:rPr lang="es-MX" sz="1400" dirty="0" err="1"/>
                        <a:t>make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some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adjustments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to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bonuses</a:t>
                      </a:r>
                      <a:r>
                        <a:rPr lang="es-MX" sz="1400" dirty="0"/>
                        <a:t> in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HR </a:t>
                      </a:r>
                      <a:r>
                        <a:rPr lang="es-MX" sz="1400" dirty="0" err="1"/>
                        <a:t>system</a:t>
                      </a:r>
                      <a:r>
                        <a:rPr lang="es-MX" sz="1400" dirty="0"/>
                        <a:t>, </a:t>
                      </a:r>
                      <a:r>
                        <a:rPr lang="es-MX" sz="1400" dirty="0" err="1"/>
                        <a:t>adding</a:t>
                      </a:r>
                      <a:r>
                        <a:rPr lang="es-MX" sz="1400" dirty="0"/>
                        <a:t> a new </a:t>
                      </a:r>
                      <a:r>
                        <a:rPr lang="es-MX" sz="1400" dirty="0" err="1"/>
                        <a:t>type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of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door</a:t>
                      </a:r>
                      <a:r>
                        <a:rPr lang="es-MX" sz="1400" dirty="0"/>
                        <a:t>/gate bonus.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688002"/>
                  </a:ext>
                </a:extLst>
              </a:tr>
              <a:tr h="1950989">
                <a:tc>
                  <a:txBody>
                    <a:bodyPr/>
                    <a:lstStyle/>
                    <a:p>
                      <a:r>
                        <a:rPr lang="en-MX" dirty="0"/>
                        <a:t>Roadblocks: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Was </a:t>
                      </a:r>
                      <a:r>
                        <a:rPr lang="es-MX" sz="1400" dirty="0" err="1"/>
                        <a:t>waiting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test </a:t>
                      </a:r>
                      <a:r>
                        <a:rPr lang="es-MX" sz="1400" dirty="0" err="1"/>
                        <a:t>database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for</a:t>
                      </a:r>
                      <a:r>
                        <a:rPr lang="es-MX" sz="1400" dirty="0"/>
                        <a:t> IQMS; </a:t>
                      </a:r>
                      <a:r>
                        <a:rPr lang="es-MX" sz="1400" dirty="0" err="1"/>
                        <a:t>now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that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it's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available</a:t>
                      </a:r>
                      <a:r>
                        <a:rPr lang="es-MX" sz="1400" dirty="0"/>
                        <a:t>, </a:t>
                      </a:r>
                      <a:r>
                        <a:rPr lang="es-MX" sz="1400" dirty="0" err="1"/>
                        <a:t>testing</a:t>
                      </a:r>
                      <a:r>
                        <a:rPr lang="es-MX" sz="1400" dirty="0"/>
                        <a:t> can </a:t>
                      </a:r>
                      <a:r>
                        <a:rPr lang="es-MX" sz="1400" dirty="0" err="1"/>
                        <a:t>begin</a:t>
                      </a:r>
                      <a:r>
                        <a:rPr lang="es-MX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X" dirty="0"/>
                        <a:t>Key Objectives: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/>
                        <a:t>Complete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warranty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claims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integration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testing</a:t>
                      </a:r>
                      <a:r>
                        <a:rPr lang="es-MX" sz="1400" dirty="0"/>
                        <a:t> in IQMS.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400" dirty="0" err="1"/>
                        <a:t>Finish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implementing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the</a:t>
                      </a:r>
                      <a:r>
                        <a:rPr lang="es-MX" sz="1400" dirty="0"/>
                        <a:t> new bonus </a:t>
                      </a:r>
                      <a:r>
                        <a:rPr lang="es-MX" sz="1400" dirty="0" err="1"/>
                        <a:t>type</a:t>
                      </a:r>
                      <a:r>
                        <a:rPr lang="es-MX" sz="1400" dirty="0"/>
                        <a:t> </a:t>
                      </a:r>
                      <a:r>
                        <a:rPr lang="es-MX" sz="1400" dirty="0" err="1"/>
                        <a:t>for</a:t>
                      </a:r>
                      <a:r>
                        <a:rPr lang="es-MX" sz="1400" dirty="0"/>
                        <a:t> HR.</a:t>
                      </a:r>
                    </a:p>
                    <a:p>
                      <a:endParaRPr lang="en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08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265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161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Hernandez</dc:creator>
  <cp:lastModifiedBy>Genaro Loya Dour</cp:lastModifiedBy>
  <cp:revision>4</cp:revision>
  <dcterms:created xsi:type="dcterms:W3CDTF">2026-09-10T20:42:30Z</dcterms:created>
  <dcterms:modified xsi:type="dcterms:W3CDTF">2026-09-10T22:05:19Z</dcterms:modified>
</cp:coreProperties>
</file>